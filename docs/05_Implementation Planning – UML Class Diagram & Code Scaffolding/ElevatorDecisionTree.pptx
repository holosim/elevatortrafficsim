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94" d="100"/>
          <a:sy n="94" d="100"/>
        </p:scale>
        <p:origin x="18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77044-6764-8091-440A-AEF1043D18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3B3850-AF2B-CAEF-EA98-5B4D6AF73C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87DBD-94FA-3B8B-52E4-C0D057A4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C4E58-5B08-4CE9-A173-76E1018E45FE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5EEB10-047B-4E34-F9C6-F22383DA1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C08D15-E5DA-F3FF-6F5B-FD231B25C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28B41-31C4-4088-90DC-7DCBF9A739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42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03AB2-1E2C-344D-70DE-E4D66FC5D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344AA-7028-1C3B-4FA1-64E046308A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DCD89B-7D25-E80A-FEB0-D2113126E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C4E58-5B08-4CE9-A173-76E1018E45FE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4242C2-4CF7-E501-19E0-F6D3787E8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9D1CDB-4BAC-BB89-03EE-314F29A73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28B41-31C4-4088-90DC-7DCBF9A739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921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57C59-F0CA-BDA0-5B56-0CA15A08D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E534A0-83DD-E131-4E25-002C90BD9C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280A44-4D22-F915-E48D-59227AF6D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C4E58-5B08-4CE9-A173-76E1018E45FE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5A3DBB-23BF-648C-BB0C-E10B41184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3201FB-DE74-3436-2B94-297CBE1DD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28B41-31C4-4088-90DC-7DCBF9A739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318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87D2E-1F00-1352-5E48-86AA0693B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9DE50-1513-7286-F1AB-62CF163D08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3918BB-0C97-26F5-FACF-B95B2B4CD4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C415D5-C8D4-D791-55EA-E44F43E83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C4E58-5B08-4CE9-A173-76E1018E45FE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8BE4CA-16AD-ED58-4E0D-EACF8CA8F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4D224D-DB10-5488-9D7B-14AF331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28B41-31C4-4088-90DC-7DCBF9A739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206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C0A3B-4DEF-D993-5E42-EA399126D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6A6DD4-4B6C-C9BB-2BAC-3B8B5E6E20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9A78BB-CDFF-A68E-2EF5-B8643875A9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9FC50F-2700-B158-A349-0BB3209A0D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BEC3CD-82C9-5443-D331-C9E1352228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5EE6AE-D1A0-0FBE-0852-CCF5670DB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C4E58-5B08-4CE9-A173-76E1018E45FE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3E71B3-8ED9-112C-79FA-2509963BE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6D14F3-7FAF-9A61-B8F6-EAE7ACA70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28B41-31C4-4088-90DC-7DCBF9A739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893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FFD65-1171-CF26-40F4-13DCB788B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21499E-CA4D-F33A-293C-1A89D4708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C4E58-5B08-4CE9-A173-76E1018E45FE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71B47F-1E99-4C4B-2BFF-DA2A1BBC5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7650C9-00ED-A34C-6995-4594217A6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28B41-31C4-4088-90DC-7DCBF9A739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917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83D7BE-8D36-EB01-C10E-A53A09F7B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C4E58-5B08-4CE9-A173-76E1018E45FE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74A6C9-10F8-0C83-7D22-3F3BDC8C2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2DD301-F9A1-06AF-8494-37D19A5F2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28B41-31C4-4088-90DC-7DCBF9A739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896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DAFDF-F0A3-8F51-835E-0E755CF0D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A1C77-0961-A6CE-D1AF-548CD3613D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305A58-785F-0572-A787-F865C13469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B75F17-A22D-6C01-1572-AB548EF94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C4E58-5B08-4CE9-A173-76E1018E45FE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7278AC-91F8-5E05-7B16-6227C81B8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C61A66-BD4C-40EF-F413-FFDD23BB8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28B41-31C4-4088-90DC-7DCBF9A739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408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53F65-D3EA-956A-1A27-F0385CC44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500394-34D0-A4D5-FFE6-B655CA722E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60E12E-317A-2FAD-6B28-F15A5E94C0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79DD33-4FAD-557A-97C8-977190A58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C4E58-5B08-4CE9-A173-76E1018E45FE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042F9F-BB3E-6150-EADD-546FDF62E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AF8218-743E-3309-17ED-3BA25407C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28B41-31C4-4088-90DC-7DCBF9A739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565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5CE3-CAC7-E2E9-F6EB-BB68881DC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D74C09-1D90-A26A-8F0F-62B0CCA774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1B6EF8-BE5A-E27D-950A-C31BBB856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C4E58-5B08-4CE9-A173-76E1018E45FE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D06C13-561C-FCA5-1ED8-4425335AF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CDDD00-B868-E2CF-6980-93B5558E8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28B41-31C4-4088-90DC-7DCBF9A739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083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983495-280C-B53F-428B-6E1ADCD21D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0EC1FF-73C9-C9A0-147D-8A1EDCF264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3E556B-FB06-A6D4-FC90-48052C59A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C4E58-5B08-4CE9-A173-76E1018E45FE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D7B2A0-134A-0A1C-1B6F-6DC92D64C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0D1D75-BDE0-ADC4-7A77-23F13F3B4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28B41-31C4-4088-90DC-7DCBF9A739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444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8F3D3B-C617-763D-C630-40F6C06B2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64D850-5CA8-7C48-71CC-AB121F8F8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D2465-E690-0C85-51AD-21B119A829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2C4E58-5B08-4CE9-A173-76E1018E45FE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9DEB1C-2DC3-4B3F-FD0F-B92EBF0299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75AF03-FDEA-8F89-69D3-11A84EC3E1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028B41-31C4-4088-90DC-7DCBF9A739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339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7D71ADF-8D74-0EFD-0442-6E051BDDC3BC}"/>
              </a:ext>
            </a:extLst>
          </p:cNvPr>
          <p:cNvSpPr/>
          <p:nvPr/>
        </p:nvSpPr>
        <p:spPr>
          <a:xfrm>
            <a:off x="4929809" y="858300"/>
            <a:ext cx="1455089" cy="5488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Is </a:t>
            </a:r>
            <a:r>
              <a:rPr lang="en-US" dirty="0" err="1"/>
              <a:t>bestElev</a:t>
            </a:r>
            <a:r>
              <a:rPr lang="en-US" dirty="0"/>
              <a:t> Null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D231AA-DCF5-5717-1FB0-86E3FF40D958}"/>
              </a:ext>
            </a:extLst>
          </p:cNvPr>
          <p:cNvSpPr/>
          <p:nvPr/>
        </p:nvSpPr>
        <p:spPr>
          <a:xfrm>
            <a:off x="3244132" y="2027486"/>
            <a:ext cx="2202510" cy="3737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Moving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279A68-1690-D13C-ED26-3CC875A74486}"/>
              </a:ext>
            </a:extLst>
          </p:cNvPr>
          <p:cNvSpPr/>
          <p:nvPr/>
        </p:nvSpPr>
        <p:spPr>
          <a:xfrm>
            <a:off x="7829375" y="2027486"/>
            <a:ext cx="1455089" cy="3737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Not Moving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C465F6-28B3-1A5B-B35B-871950DD874A}"/>
              </a:ext>
            </a:extLst>
          </p:cNvPr>
          <p:cNvSpPr/>
          <p:nvPr/>
        </p:nvSpPr>
        <p:spPr>
          <a:xfrm>
            <a:off x="5580490" y="2647358"/>
            <a:ext cx="909100" cy="6639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Moving Away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C57F56C-D05B-837B-7525-B260899AE2FD}"/>
              </a:ext>
            </a:extLst>
          </p:cNvPr>
          <p:cNvSpPr/>
          <p:nvPr/>
        </p:nvSpPr>
        <p:spPr>
          <a:xfrm>
            <a:off x="1892408" y="2653983"/>
            <a:ext cx="1044271" cy="6639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Moving Towards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C32AC9-D9C4-8B35-2C51-08B55C59E086}"/>
              </a:ext>
            </a:extLst>
          </p:cNvPr>
          <p:cNvSpPr/>
          <p:nvPr/>
        </p:nvSpPr>
        <p:spPr>
          <a:xfrm>
            <a:off x="760673" y="3529882"/>
            <a:ext cx="1044271" cy="4988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Passing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55ABD7-D15A-29C6-051A-46768D34FD8A}"/>
              </a:ext>
            </a:extLst>
          </p:cNvPr>
          <p:cNvSpPr/>
          <p:nvPr/>
        </p:nvSpPr>
        <p:spPr>
          <a:xfrm>
            <a:off x="3029446" y="3529881"/>
            <a:ext cx="1044271" cy="6065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Not Passing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98D8994-2C1A-ABE9-7A40-80D5EBC61319}"/>
              </a:ext>
            </a:extLst>
          </p:cNvPr>
          <p:cNvSpPr/>
          <p:nvPr/>
        </p:nvSpPr>
        <p:spPr>
          <a:xfrm>
            <a:off x="173612" y="4364960"/>
            <a:ext cx="1032344" cy="4988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Nearest</a:t>
            </a: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925E787C-AA31-D0A2-6DF0-88B72AB8FB44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rot="5400000">
            <a:off x="4691208" y="1061339"/>
            <a:ext cx="620327" cy="1311967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47244E37-603A-2560-D2BA-278C40C956B5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 rot="16200000" flipH="1">
            <a:off x="6796974" y="267539"/>
            <a:ext cx="620327" cy="2899566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72E43039-149F-A4D8-B6DA-82868EF5C90D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 rot="16200000" flipH="1">
            <a:off x="5067132" y="1679450"/>
            <a:ext cx="246162" cy="1689653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04F23B7B-1CC3-9D36-9A6D-C06B6A69C9D0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rot="5400000">
            <a:off x="3253573" y="1562168"/>
            <a:ext cx="252787" cy="1930843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082FDC7E-9AD1-A7E4-CBBF-60C4102344D9}"/>
              </a:ext>
            </a:extLst>
          </p:cNvPr>
          <p:cNvCxnSpPr>
            <a:cxnSpLocks/>
            <a:stCxn id="8" idx="2"/>
            <a:endCxn id="13" idx="0"/>
          </p:cNvCxnSpPr>
          <p:nvPr/>
        </p:nvCxnSpPr>
        <p:spPr>
          <a:xfrm rot="5400000">
            <a:off x="1742694" y="2858031"/>
            <a:ext cx="211967" cy="1131735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8A544A29-E3C2-E63F-0C9F-6A16EF84D362}"/>
              </a:ext>
            </a:extLst>
          </p:cNvPr>
          <p:cNvCxnSpPr>
            <a:cxnSpLocks/>
            <a:stCxn id="14" idx="0"/>
            <a:endCxn id="8" idx="2"/>
          </p:cNvCxnSpPr>
          <p:nvPr/>
        </p:nvCxnSpPr>
        <p:spPr>
          <a:xfrm rot="16200000" flipV="1">
            <a:off x="2877080" y="2855379"/>
            <a:ext cx="211966" cy="1137038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1FF0DA09-1837-5546-B126-7D8AF4039907}"/>
              </a:ext>
            </a:extLst>
          </p:cNvPr>
          <p:cNvSpPr/>
          <p:nvPr/>
        </p:nvSpPr>
        <p:spPr>
          <a:xfrm>
            <a:off x="1329197" y="4364960"/>
            <a:ext cx="1032344" cy="4988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Not Nearest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D1F9FE6-366B-C298-F42F-F9B47C768253}"/>
              </a:ext>
            </a:extLst>
          </p:cNvPr>
          <p:cNvSpPr/>
          <p:nvPr/>
        </p:nvSpPr>
        <p:spPr>
          <a:xfrm>
            <a:off x="2480816" y="4366290"/>
            <a:ext cx="1032344" cy="4988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Nearest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E19A394-5B2C-6B9B-F3C3-BFE4022C36C7}"/>
              </a:ext>
            </a:extLst>
          </p:cNvPr>
          <p:cNvSpPr/>
          <p:nvPr/>
        </p:nvSpPr>
        <p:spPr>
          <a:xfrm>
            <a:off x="3636401" y="4366290"/>
            <a:ext cx="1032344" cy="4988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Not Nearest</a:t>
            </a:r>
          </a:p>
        </p:txBody>
      </p: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8010BA50-D27A-0C3C-3FC8-968AA120A4AD}"/>
              </a:ext>
            </a:extLst>
          </p:cNvPr>
          <p:cNvCxnSpPr>
            <a:cxnSpLocks/>
            <a:stCxn id="15" idx="0"/>
            <a:endCxn id="13" idx="2"/>
          </p:cNvCxnSpPr>
          <p:nvPr/>
        </p:nvCxnSpPr>
        <p:spPr>
          <a:xfrm rot="5400000" flipH="1" flipV="1">
            <a:off x="818168" y="3900320"/>
            <a:ext cx="336256" cy="593025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1DC01896-2FFB-99EC-DB67-5A7B6CBD86E8}"/>
              </a:ext>
            </a:extLst>
          </p:cNvPr>
          <p:cNvCxnSpPr>
            <a:cxnSpLocks/>
            <a:stCxn id="33" idx="0"/>
            <a:endCxn id="13" idx="2"/>
          </p:cNvCxnSpPr>
          <p:nvPr/>
        </p:nvCxnSpPr>
        <p:spPr>
          <a:xfrm rot="16200000" flipV="1">
            <a:off x="1395961" y="3915552"/>
            <a:ext cx="336256" cy="562560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9E6E0551-D69D-5EB8-2CA4-5114D96C54E3}"/>
              </a:ext>
            </a:extLst>
          </p:cNvPr>
          <p:cNvCxnSpPr>
            <a:cxnSpLocks/>
            <a:stCxn id="34" idx="0"/>
            <a:endCxn id="14" idx="2"/>
          </p:cNvCxnSpPr>
          <p:nvPr/>
        </p:nvCxnSpPr>
        <p:spPr>
          <a:xfrm rot="5400000" flipH="1" flipV="1">
            <a:off x="3159362" y="3974070"/>
            <a:ext cx="229846" cy="554594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74004C0E-CF98-C7CB-640B-AFE751F18028}"/>
              </a:ext>
            </a:extLst>
          </p:cNvPr>
          <p:cNvCxnSpPr>
            <a:cxnSpLocks/>
            <a:stCxn id="35" idx="0"/>
            <a:endCxn id="14" idx="2"/>
          </p:cNvCxnSpPr>
          <p:nvPr/>
        </p:nvCxnSpPr>
        <p:spPr>
          <a:xfrm rot="16200000" flipV="1">
            <a:off x="3737155" y="3950871"/>
            <a:ext cx="229846" cy="600991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0498859A-8373-D9C1-BE13-B158D06FD278}"/>
              </a:ext>
            </a:extLst>
          </p:cNvPr>
          <p:cNvSpPr/>
          <p:nvPr/>
        </p:nvSpPr>
        <p:spPr>
          <a:xfrm>
            <a:off x="4940415" y="4366289"/>
            <a:ext cx="1032344" cy="4988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Nearest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CC620FF-C2EB-1D86-DA18-FAFE0032A11E}"/>
              </a:ext>
            </a:extLst>
          </p:cNvPr>
          <p:cNvSpPr/>
          <p:nvPr/>
        </p:nvSpPr>
        <p:spPr>
          <a:xfrm>
            <a:off x="6096000" y="4366289"/>
            <a:ext cx="1032344" cy="4988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Not Nearest</a:t>
            </a:r>
          </a:p>
        </p:txBody>
      </p: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B4707564-2910-AE61-664C-B0F28DAAC3C5}"/>
              </a:ext>
            </a:extLst>
          </p:cNvPr>
          <p:cNvCxnSpPr>
            <a:cxnSpLocks/>
            <a:stCxn id="49" idx="0"/>
            <a:endCxn id="7" idx="2"/>
          </p:cNvCxnSpPr>
          <p:nvPr/>
        </p:nvCxnSpPr>
        <p:spPr>
          <a:xfrm rot="5400000" flipH="1" flipV="1">
            <a:off x="5218313" y="3549563"/>
            <a:ext cx="1055000" cy="578453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E8C3363B-BBEF-53F7-B9BD-2379CD00C092}"/>
              </a:ext>
            </a:extLst>
          </p:cNvPr>
          <p:cNvCxnSpPr>
            <a:cxnSpLocks/>
            <a:stCxn id="50" idx="0"/>
            <a:endCxn id="7" idx="2"/>
          </p:cNvCxnSpPr>
          <p:nvPr/>
        </p:nvCxnSpPr>
        <p:spPr>
          <a:xfrm rot="16200000" flipV="1">
            <a:off x="5796106" y="3550223"/>
            <a:ext cx="1055000" cy="577132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AD809A57-BEE6-0AF4-5096-FFDE15C6CAE9}"/>
              </a:ext>
            </a:extLst>
          </p:cNvPr>
          <p:cNvSpPr/>
          <p:nvPr/>
        </p:nvSpPr>
        <p:spPr>
          <a:xfrm>
            <a:off x="7462295" y="4372914"/>
            <a:ext cx="1032344" cy="4988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Nearest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33ADD89-DB03-B6BA-B84A-1444BC6596D0}"/>
              </a:ext>
            </a:extLst>
          </p:cNvPr>
          <p:cNvSpPr/>
          <p:nvPr/>
        </p:nvSpPr>
        <p:spPr>
          <a:xfrm>
            <a:off x="8617880" y="4372914"/>
            <a:ext cx="1032344" cy="4988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Not Nearest</a:t>
            </a:r>
          </a:p>
        </p:txBody>
      </p: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A4707CBF-CD50-2CC0-3C6F-45865A0519CF}"/>
              </a:ext>
            </a:extLst>
          </p:cNvPr>
          <p:cNvCxnSpPr>
            <a:cxnSpLocks/>
            <a:stCxn id="55" idx="0"/>
            <a:endCxn id="6" idx="2"/>
          </p:cNvCxnSpPr>
          <p:nvPr/>
        </p:nvCxnSpPr>
        <p:spPr>
          <a:xfrm rot="5400000" flipH="1" flipV="1">
            <a:off x="7281834" y="3097829"/>
            <a:ext cx="1971718" cy="578453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61A8D359-6C61-79EA-226C-F8CC7F151E7C}"/>
              </a:ext>
            </a:extLst>
          </p:cNvPr>
          <p:cNvCxnSpPr>
            <a:cxnSpLocks/>
            <a:stCxn id="56" idx="0"/>
            <a:endCxn id="6" idx="2"/>
          </p:cNvCxnSpPr>
          <p:nvPr/>
        </p:nvCxnSpPr>
        <p:spPr>
          <a:xfrm rot="16200000" flipV="1">
            <a:off x="7859627" y="3098489"/>
            <a:ext cx="1971718" cy="577132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8EDFAF61-96D7-BC40-6F52-2A91AB5F2F15}"/>
              </a:ext>
            </a:extLst>
          </p:cNvPr>
          <p:cNvSpPr txBox="1"/>
          <p:nvPr/>
        </p:nvSpPr>
        <p:spPr>
          <a:xfrm>
            <a:off x="467360" y="375920"/>
            <a:ext cx="1525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Decision Tree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0314056-26B4-F8FB-56A9-54F45B6A8112}"/>
              </a:ext>
            </a:extLst>
          </p:cNvPr>
          <p:cNvSpPr txBox="1"/>
          <p:nvPr/>
        </p:nvSpPr>
        <p:spPr>
          <a:xfrm>
            <a:off x="10115069" y="2024502"/>
            <a:ext cx="1641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 </a:t>
            </a:r>
            <a:r>
              <a:rPr lang="en-US" dirty="0" err="1"/>
              <a:t>bestElevIdle</a:t>
            </a:r>
            <a:endParaRPr lang="en-US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56475BD-F580-9C35-E0F7-673C159CFE23}"/>
              </a:ext>
            </a:extLst>
          </p:cNvPr>
          <p:cNvSpPr txBox="1"/>
          <p:nvPr/>
        </p:nvSpPr>
        <p:spPr>
          <a:xfrm>
            <a:off x="10115069" y="2982776"/>
            <a:ext cx="1959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 </a:t>
            </a:r>
            <a:r>
              <a:rPr lang="en-US" dirty="0" err="1"/>
              <a:t>bestElevAway</a:t>
            </a:r>
            <a:endParaRPr lang="en-US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72B63E5-8914-D4F9-6A00-8B08820F4C43}"/>
              </a:ext>
            </a:extLst>
          </p:cNvPr>
          <p:cNvSpPr txBox="1"/>
          <p:nvPr/>
        </p:nvSpPr>
        <p:spPr>
          <a:xfrm>
            <a:off x="10115068" y="3833162"/>
            <a:ext cx="2237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3. </a:t>
            </a:r>
            <a:r>
              <a:rPr lang="en-US" dirty="0" err="1"/>
              <a:t>bestElevPassing</a:t>
            </a:r>
            <a:endParaRPr lang="en-US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61628FC-8558-41FA-6ED8-6C3B5CC3A542}"/>
              </a:ext>
            </a:extLst>
          </p:cNvPr>
          <p:cNvSpPr txBox="1"/>
          <p:nvPr/>
        </p:nvSpPr>
        <p:spPr>
          <a:xfrm>
            <a:off x="10086599" y="4437659"/>
            <a:ext cx="1196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4. Closer?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3BB76BCB-EEDC-60EB-9FD8-75B6BA9525C9}"/>
              </a:ext>
            </a:extLst>
          </p:cNvPr>
          <p:cNvSpPr/>
          <p:nvPr/>
        </p:nvSpPr>
        <p:spPr>
          <a:xfrm>
            <a:off x="6891581" y="994243"/>
            <a:ext cx="733500" cy="2769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Replace</a:t>
            </a:r>
          </a:p>
        </p:txBody>
      </p: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7725B760-3F15-BBBC-F5EB-480ECDB01182}"/>
              </a:ext>
            </a:extLst>
          </p:cNvPr>
          <p:cNvCxnSpPr>
            <a:cxnSpLocks/>
            <a:stCxn id="4" idx="3"/>
            <a:endCxn id="70" idx="1"/>
          </p:cNvCxnSpPr>
          <p:nvPr/>
        </p:nvCxnSpPr>
        <p:spPr>
          <a:xfrm flipV="1">
            <a:off x="6384898" y="1132729"/>
            <a:ext cx="506683" cy="1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575A89BA-0219-E1AB-C96C-448642064477}"/>
              </a:ext>
            </a:extLst>
          </p:cNvPr>
          <p:cNvSpPr txBox="1"/>
          <p:nvPr/>
        </p:nvSpPr>
        <p:spPr>
          <a:xfrm>
            <a:off x="6489590" y="886521"/>
            <a:ext cx="3474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Yes</a:t>
            </a:r>
            <a:endParaRPr lang="en-US" sz="600" dirty="0"/>
          </a:p>
        </p:txBody>
      </p:sp>
    </p:spTree>
    <p:extLst>
      <p:ext uri="{BB962C8B-B14F-4D97-AF65-F5344CB8AC3E}">
        <p14:creationId xmlns:p14="http://schemas.microsoft.com/office/powerpoint/2010/main" val="27103231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</TotalTime>
  <Words>42</Words>
  <Application>Microsoft Office PowerPoint</Application>
  <PresentationFormat>Widescreen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Kyle Simmons</dc:creator>
  <cp:lastModifiedBy>Kyle Simmons</cp:lastModifiedBy>
  <cp:revision>2</cp:revision>
  <dcterms:created xsi:type="dcterms:W3CDTF">2026-01-11T21:51:22Z</dcterms:created>
  <dcterms:modified xsi:type="dcterms:W3CDTF">2026-01-12T01:51:06Z</dcterms:modified>
</cp:coreProperties>
</file>